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305" r:id="rId2"/>
    <p:sldId id="299" r:id="rId3"/>
    <p:sldId id="300" r:id="rId4"/>
    <p:sldId id="301" r:id="rId5"/>
    <p:sldId id="302" r:id="rId6"/>
    <p:sldId id="303" r:id="rId7"/>
    <p:sldId id="304" r:id="rId8"/>
    <p:sldId id="2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65C89-E021-4707-B72B-BC693BC4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65888-85B3-4B53-8C82-9CD420C0B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55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0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7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2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5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7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5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52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2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8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650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4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393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73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03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3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01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9693" y="240769"/>
            <a:ext cx="6434390" cy="55399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sz="3000" dirty="0">
                <a:latin typeface="Times New Roman"/>
              </a:rPr>
              <a:t>CANARA ENGINEERING COLLEGE</a:t>
            </a:r>
            <a:endParaRPr lang="en-IN" sz="3000" dirty="0"/>
          </a:p>
        </p:txBody>
      </p:sp>
      <p:sp>
        <p:nvSpPr>
          <p:cNvPr id="3" name="Rectangle 2"/>
          <p:cNvSpPr/>
          <p:nvPr/>
        </p:nvSpPr>
        <p:spPr>
          <a:xfrm>
            <a:off x="2102138" y="1022825"/>
            <a:ext cx="7423174" cy="87357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50000"/>
              </a:lnSpc>
            </a:pPr>
            <a:r>
              <a:rPr dirty="0">
                <a:latin typeface="Times New Roman"/>
              </a:rPr>
              <a:t>Sudhindra Nagara, </a:t>
            </a:r>
            <a:r>
              <a:rPr dirty="0" err="1">
                <a:latin typeface="Times New Roman"/>
              </a:rPr>
              <a:t>Benjanapadavu</a:t>
            </a:r>
            <a:r>
              <a:rPr dirty="0">
                <a:latin typeface="Times New Roman"/>
              </a:rPr>
              <a:t>, Mangalore– 574219, D.K Karnataka</a:t>
            </a:r>
          </a:p>
          <a:p>
            <a:r>
              <a:rPr dirty="0">
                <a:latin typeface="Times New Roman"/>
              </a:rPr>
              <a:t>DEPARTMENT OF COMPUTER SCIENCE AND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275" y="2124455"/>
            <a:ext cx="11238819" cy="10156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sz="6000" dirty="0">
                <a:latin typeface="Times New Roman"/>
              </a:rPr>
              <a:t>Internship Presentation – BCS803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981" y="3445957"/>
            <a:ext cx="7269169" cy="415498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lnSpc>
                <a:spcPct val="150000"/>
              </a:lnSpc>
            </a:pPr>
            <a:r>
              <a:rPr sz="2400" dirty="0">
                <a:latin typeface="Times New Roman"/>
              </a:rPr>
              <a:t>Name: Joylan Dsouza</a:t>
            </a:r>
          </a:p>
          <a:p>
            <a:r>
              <a:rPr sz="2400" dirty="0">
                <a:latin typeface="Times New Roman"/>
              </a:rPr>
              <a:t>USN: 4</a:t>
            </a:r>
            <a:r>
              <a:rPr lang="en-US" sz="2400" dirty="0">
                <a:latin typeface="Times New Roman"/>
              </a:rPr>
              <a:t>CB</a:t>
            </a:r>
            <a:r>
              <a:rPr sz="2400" dirty="0">
                <a:latin typeface="Times New Roman"/>
              </a:rPr>
              <a:t>22CS0</a:t>
            </a:r>
            <a:r>
              <a:rPr lang="en-US" sz="2400" dirty="0">
                <a:latin typeface="Times New Roman"/>
              </a:rPr>
              <a:t>51</a:t>
            </a:r>
            <a:endParaRPr sz="2400" dirty="0">
              <a:latin typeface="Times New Roman"/>
            </a:endParaRPr>
          </a:p>
          <a:p>
            <a:r>
              <a:rPr sz="2400" dirty="0">
                <a:latin typeface="Times New Roman"/>
              </a:rPr>
              <a:t>Type of Internship: Industry Internship</a:t>
            </a:r>
          </a:p>
          <a:p>
            <a:r>
              <a:rPr sz="2400" dirty="0">
                <a:latin typeface="Times New Roman"/>
              </a:rPr>
              <a:t>Organization Name: </a:t>
            </a:r>
            <a:r>
              <a:rPr lang="en-US" sz="2400" dirty="0">
                <a:latin typeface="Times New Roman"/>
              </a:rPr>
              <a:t>Prinston Smart Engineers</a:t>
            </a:r>
            <a:endParaRPr sz="2400" dirty="0">
              <a:latin typeface="Times New Roman"/>
            </a:endParaRPr>
          </a:p>
          <a:p>
            <a:r>
              <a:rPr sz="2400" dirty="0">
                <a:latin typeface="Times New Roman"/>
              </a:rPr>
              <a:t>Guide Name: </a:t>
            </a:r>
            <a:r>
              <a:rPr lang="en-IN" sz="2400" dirty="0">
                <a:latin typeface="Times New Roman"/>
              </a:rPr>
              <a:t>Mr. Kishor </a:t>
            </a:r>
            <a:r>
              <a:rPr lang="en-IN" sz="2400" dirty="0" err="1">
                <a:latin typeface="Times New Roman"/>
              </a:rPr>
              <a:t>Shivathaya</a:t>
            </a:r>
            <a:r>
              <a:rPr lang="en-IN" sz="2400" dirty="0">
                <a:latin typeface="Times New Roman"/>
              </a:rPr>
              <a:t> S</a:t>
            </a:r>
            <a:br>
              <a:rPr lang="en-IN" sz="2400" dirty="0">
                <a:latin typeface="Times New Roman"/>
              </a:rPr>
            </a:br>
            <a:r>
              <a:rPr sz="2400" dirty="0">
                <a:latin typeface="Times New Roman"/>
              </a:rPr>
              <a:t>Duration of Internship:</a:t>
            </a:r>
            <a:r>
              <a:rPr lang="en-US" sz="2400" dirty="0">
                <a:latin typeface="Times New Roman"/>
              </a:rPr>
              <a:t> 3 months</a:t>
            </a:r>
            <a:endParaRPr sz="2400" dirty="0">
              <a:latin typeface="Times New Roman"/>
            </a:endParaRPr>
          </a:p>
        </p:txBody>
      </p:sp>
      <p:pic>
        <p:nvPicPr>
          <p:cNvPr id="9" name="Picture 8" descr="Kamadhenu Logo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81" y="270892"/>
            <a:ext cx="1088980" cy="113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mmembal Logo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68" y="270892"/>
            <a:ext cx="1038225" cy="104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991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94" y="601211"/>
            <a:ext cx="8596668" cy="797169"/>
          </a:xfrm>
        </p:spPr>
        <p:txBody>
          <a:bodyPr wrap="square">
            <a:normAutofit/>
          </a:bodyPr>
          <a:lstStyle/>
          <a:p>
            <a:r>
              <a:rPr sz="3000" b="1" dirty="0">
                <a:latin typeface="Times New Roman"/>
              </a:rPr>
              <a:t>Internship Overview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2303" y="1787354"/>
            <a:ext cx="1026680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sz="1800" b="0" dirty="0">
                <a:latin typeface="Times New Roman"/>
              </a:rPr>
              <a:t>Company/Organization: </a:t>
            </a:r>
            <a:r>
              <a:rPr lang="en-IN" u="sng" dirty="0"/>
              <a:t>Prinston Smart Engineers</a:t>
            </a:r>
            <a:r>
              <a:rPr sz="1800" b="0" dirty="0">
                <a:latin typeface="Times New Roman"/>
              </a:rPr>
              <a:t>, </a:t>
            </a:r>
            <a:r>
              <a:rPr lang="en-US" sz="1800" b="0" dirty="0">
                <a:latin typeface="Times New Roman"/>
              </a:rPr>
              <a:t>Bengal</a:t>
            </a:r>
            <a:r>
              <a:rPr sz="1800" b="0" dirty="0">
                <a:latin typeface="Times New Roman"/>
              </a:rPr>
              <a:t>uru.</a:t>
            </a:r>
            <a:endParaRPr lang="en-US" dirty="0">
              <a:latin typeface="Times New Roman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Prinston Smart Engineers focuses on engineering solutions and technical training programs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Industrial engineering, embedded systems, and skill-based technical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hands-on internships and project-based learning for students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bridging the gap between academic learning and industry requirements</a:t>
            </a:r>
          </a:p>
          <a:p>
            <a:r>
              <a:rPr sz="1800" b="0" dirty="0">
                <a:latin typeface="Times New Roman"/>
              </a:rPr>
              <a:t>Technologies/Tools Used: </a:t>
            </a:r>
            <a:r>
              <a:rPr lang="en-US" dirty="0" err="1">
                <a:latin typeface="Times New Roman"/>
              </a:rPr>
              <a:t>Javascript</a:t>
            </a:r>
            <a:r>
              <a:rPr sz="1800" b="0" dirty="0">
                <a:latin typeface="Times New Roman"/>
              </a:rPr>
              <a:t>,</a:t>
            </a:r>
            <a:r>
              <a:rPr lang="en-US" sz="1800" b="0" dirty="0">
                <a:latin typeface="Times New Roman"/>
              </a:rPr>
              <a:t> React, </a:t>
            </a:r>
            <a:r>
              <a:rPr lang="en-US" sz="1800" b="0" dirty="0" err="1">
                <a:latin typeface="Times New Roman"/>
              </a:rPr>
              <a:t>Mongodb</a:t>
            </a:r>
            <a:r>
              <a:rPr lang="en-US" sz="1800" b="0" dirty="0">
                <a:latin typeface="Times New Roman"/>
              </a:rPr>
              <a:t>, Node, Express ,HTML, CSS ,</a:t>
            </a:r>
            <a:r>
              <a:rPr sz="1800" b="0" dirty="0">
                <a:latin typeface="Times New Roman"/>
              </a:rPr>
              <a:t>Git/GitHub</a:t>
            </a:r>
          </a:p>
        </p:txBody>
      </p:sp>
    </p:spTree>
    <p:extLst>
      <p:ext uri="{BB962C8B-B14F-4D97-AF65-F5344CB8AC3E}">
        <p14:creationId xmlns:p14="http://schemas.microsoft.com/office/powerpoint/2010/main" val="539072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1237"/>
          </a:xfrm>
        </p:spPr>
        <p:txBody>
          <a:bodyPr wrap="square">
            <a:normAutofit/>
          </a:bodyPr>
          <a:lstStyle/>
          <a:p>
            <a:r>
              <a:rPr sz="3000" b="1" dirty="0">
                <a:latin typeface="Times New Roman"/>
              </a:rPr>
              <a:t>Summary of Daily Report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863" y="1207652"/>
            <a:ext cx="9479011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600" dirty="0">
                <a:latin typeface="Times New Roman"/>
              </a:rPr>
              <a:t>Summary of Activities Performed During the Internship: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sz="1600" dirty="0">
                <a:latin typeface="Times New Roman"/>
              </a:rPr>
              <a:t>Week 1: Project planning, requirement analysis, schema design, and Express 5 with MongoDB setup.</a:t>
            </a:r>
          </a:p>
          <a:p>
            <a:r>
              <a:rPr sz="1600" dirty="0">
                <a:latin typeface="Times New Roman"/>
              </a:rPr>
              <a:t>Week 2: REST API development, JWT + </a:t>
            </a:r>
            <a:r>
              <a:rPr sz="1600" dirty="0" err="1">
                <a:latin typeface="Times New Roman"/>
              </a:rPr>
              <a:t>bcrypt</a:t>
            </a:r>
            <a:r>
              <a:rPr sz="1600" dirty="0">
                <a:latin typeface="Times New Roman"/>
              </a:rPr>
              <a:t> authentication, booking CRUD, review aggregation, admin endpoints, and SMTP notifications.</a:t>
            </a:r>
          </a:p>
          <a:p>
            <a:r>
              <a:rPr sz="1600" dirty="0">
                <a:latin typeface="Times New Roman"/>
              </a:rPr>
              <a:t>Week 3: React 19 frontend development with 16 pages, role-based dashboards, Leaflet maps, Framer Motion transitions, and GSAP animations.</a:t>
            </a:r>
          </a:p>
          <a:p>
            <a:r>
              <a:rPr sz="1600" dirty="0">
                <a:latin typeface="Times New Roman"/>
              </a:rPr>
              <a:t>Week 4: Testing, responsive design audit, premium dashboard, admin CRUD, build optimization, and </a:t>
            </a:r>
            <a:r>
              <a:rPr sz="1600" dirty="0" err="1">
                <a:latin typeface="Times New Roman"/>
              </a:rPr>
              <a:t>Vercel</a:t>
            </a:r>
            <a:r>
              <a:rPr sz="1600" dirty="0">
                <a:latin typeface="Times New Roman"/>
              </a:rPr>
              <a:t> deployment.</a:t>
            </a:r>
          </a:p>
        </p:txBody>
      </p:sp>
    </p:spTree>
    <p:extLst>
      <p:ext uri="{BB962C8B-B14F-4D97-AF65-F5344CB8AC3E}">
        <p14:creationId xmlns:p14="http://schemas.microsoft.com/office/powerpoint/2010/main" val="77809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06" y="389164"/>
            <a:ext cx="8596668" cy="688521"/>
          </a:xfrm>
        </p:spPr>
        <p:txBody>
          <a:bodyPr wrap="square">
            <a:normAutofit/>
          </a:bodyPr>
          <a:lstStyle/>
          <a:p>
            <a:r>
              <a:rPr sz="3000" b="1" dirty="0">
                <a:latin typeface="Times New Roman"/>
              </a:rPr>
              <a:t>Deliverables and Outcomes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5945" y="666624"/>
            <a:ext cx="10168328" cy="540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500" b="1" dirty="0">
                <a:latin typeface="Times New Roman"/>
              </a:rPr>
              <a:t>Project </a:t>
            </a:r>
            <a:r>
              <a:rPr lang="en-US" sz="1500" b="1" dirty="0" err="1">
                <a:latin typeface="Times New Roman"/>
              </a:rPr>
              <a:t>Inprogress</a:t>
            </a:r>
            <a:r>
              <a:rPr sz="1500" b="1" dirty="0">
                <a:latin typeface="Times New Roman"/>
              </a:rPr>
              <a:t>: “</a:t>
            </a:r>
            <a:r>
              <a:rPr sz="1500" b="1" dirty="0" err="1">
                <a:latin typeface="Times New Roman"/>
              </a:rPr>
              <a:t>FlowMatch</a:t>
            </a:r>
            <a:r>
              <a:rPr sz="1500" b="1" dirty="0">
                <a:latin typeface="Times New Roman"/>
              </a:rPr>
              <a:t>” — a full-stack MERN plumber booking portal with 3 user roles, 16 frontend pages, 7 API modules, and 4 Mongoose models.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sz="1500" b="1" dirty="0">
                <a:latin typeface="Times New Roman"/>
              </a:rPr>
              <a:t>Outputs/Results Achieved: Delivered a production-ready platform with JWT-secured APIs, role-based access control, booking management, map routing, review aggregation, and automated email notifications.</a:t>
            </a:r>
          </a:p>
          <a:p>
            <a:r>
              <a:rPr sz="1500" b="1" dirty="0">
                <a:latin typeface="Times New Roman"/>
              </a:rPr>
              <a:t>Application of Engineering Knowledge: Applied MVC architecture, RESTful API design, stateless authentication, database normalization, code splitting, error boundaries</a:t>
            </a:r>
            <a:endParaRPr lang="en-US" sz="1500" b="1" dirty="0">
              <a:latin typeface="Times New Roman"/>
            </a:endParaRPr>
          </a:p>
          <a:p>
            <a:r>
              <a:rPr sz="1500" b="1" dirty="0">
                <a:latin typeface="Times New Roman"/>
              </a:rPr>
              <a:t>Tools/Techniques Used: React 19 lazy loading, Vite 8, Express 5, Mongoose 9 aggregation, JWT + </a:t>
            </a:r>
            <a:r>
              <a:rPr sz="1500" b="1" dirty="0" err="1">
                <a:latin typeface="Times New Roman"/>
              </a:rPr>
              <a:t>bcrypt</a:t>
            </a:r>
            <a:r>
              <a:rPr sz="1500" b="1" dirty="0">
                <a:latin typeface="Times New Roman"/>
              </a:rPr>
              <a:t>, Multer, </a:t>
            </a:r>
            <a:r>
              <a:rPr sz="1500" b="1" dirty="0" err="1">
                <a:latin typeface="Times New Roman"/>
              </a:rPr>
              <a:t>Nodemailer</a:t>
            </a:r>
            <a:r>
              <a:rPr sz="1500" b="1" dirty="0">
                <a:latin typeface="Times New Roman"/>
              </a:rPr>
              <a:t>, Leaflet + OSRM.</a:t>
            </a:r>
          </a:p>
          <a:p>
            <a:r>
              <a:rPr sz="1500" b="1" dirty="0">
                <a:latin typeface="Times New Roman"/>
              </a:rPr>
              <a:t>Impact of Work: Created a scalable, enterprise-grade platform for plumber-customer interactions.</a:t>
            </a:r>
          </a:p>
          <a:p>
            <a:r>
              <a:rPr sz="1500" b="1" dirty="0">
                <a:latin typeface="Times New Roman"/>
              </a:rPr>
              <a:t>Practical Implementation: Deployed the frontend on </a:t>
            </a:r>
            <a:r>
              <a:rPr sz="1500" b="1" dirty="0" err="1">
                <a:latin typeface="Times New Roman"/>
              </a:rPr>
              <a:t>Vercel</a:t>
            </a:r>
            <a:r>
              <a:rPr sz="1500" b="1" dirty="0">
                <a:latin typeface="Times New Roman"/>
              </a:rPr>
              <a:t>, configured the backend for cloud hosting, connected MongoDB Atlas, and secured cross-origin communication with CORS.</a:t>
            </a:r>
          </a:p>
        </p:txBody>
      </p:sp>
    </p:spTree>
    <p:extLst>
      <p:ext uri="{BB962C8B-B14F-4D97-AF65-F5344CB8AC3E}">
        <p14:creationId xmlns:p14="http://schemas.microsoft.com/office/powerpoint/2010/main" val="222894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19100"/>
          </a:xfrm>
        </p:spPr>
        <p:txBody>
          <a:bodyPr wrap="square">
            <a:noAutofit/>
          </a:bodyPr>
          <a:lstStyle/>
          <a:p>
            <a:r>
              <a:rPr sz="3000" b="1" dirty="0">
                <a:latin typeface="Times New Roman"/>
              </a:rPr>
              <a:t>Individual / Team Work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71197" y="1900138"/>
            <a:ext cx="1034445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600" b="1" dirty="0">
                <a:latin typeface="Times New Roman"/>
              </a:rPr>
              <a:t>Role: </a:t>
            </a:r>
            <a:r>
              <a:rPr lang="en-US" sz="1600" b="1" dirty="0" err="1">
                <a:latin typeface="Times New Roman"/>
              </a:rPr>
              <a:t>FullStack</a:t>
            </a:r>
            <a:r>
              <a:rPr lang="en-US" sz="1600" b="1" dirty="0">
                <a:latin typeface="Times New Roman"/>
              </a:rPr>
              <a:t> Web Developer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sz="1600" b="1" dirty="0">
                <a:latin typeface="Times New Roman"/>
              </a:rPr>
              <a:t>Collaboration: Worked under the project mentor for architectural reviews and milestone approvals; used Git/GitHub with structured branching and commit conventions.</a:t>
            </a:r>
          </a:p>
          <a:p>
            <a:r>
              <a:rPr sz="1600" b="1" dirty="0">
                <a:latin typeface="Times New Roman"/>
              </a:rPr>
              <a:t>Individual Contributions: Designed and implemented 4 MongoDB schemas, 7 Express route modules, 30+ API endpoints, 15 reusable React components, 16 page views, role-based authentication/authorization, email notifications, map integration, and deployment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03558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5236"/>
          </a:xfrm>
        </p:spPr>
        <p:txBody>
          <a:bodyPr wrap="square">
            <a:noAutofit/>
          </a:bodyPr>
          <a:lstStyle/>
          <a:p>
            <a:r>
              <a:rPr sz="3000" b="1" dirty="0">
                <a:latin typeface="Times New Roman"/>
              </a:rPr>
              <a:t>Challenges &amp; Solutions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610653"/>
            <a:ext cx="832598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600" b="1" dirty="0">
                <a:latin typeface="Times New Roman"/>
              </a:rPr>
              <a:t>Major Challenges: role-based access control across Customer, Plumber, and Admin roles; booking status workflow enforcement.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sz="1600" b="1" dirty="0">
                <a:latin typeface="Times New Roman"/>
              </a:rPr>
              <a:t>Solutions Applied: JWT role-checking guards and a reusable </a:t>
            </a:r>
            <a:r>
              <a:rPr sz="1600" b="1" dirty="0" err="1">
                <a:latin typeface="Times New Roman"/>
              </a:rPr>
              <a:t>ProtectedRoute</a:t>
            </a:r>
            <a:r>
              <a:rPr sz="1600" b="1" dirty="0">
                <a:latin typeface="Times New Roman"/>
              </a:rPr>
              <a:t> component; validated status transition logic in the backend; and </a:t>
            </a:r>
            <a:r>
              <a:rPr sz="1600" b="1" dirty="0" err="1">
                <a:latin typeface="Times New Roman"/>
              </a:rPr>
              <a:t>vercel.json</a:t>
            </a:r>
            <a:r>
              <a:rPr sz="1600" b="1" dirty="0">
                <a:latin typeface="Times New Roman"/>
              </a:rPr>
              <a:t> SPA rewrites with corrected root-directory settings.</a:t>
            </a:r>
          </a:p>
          <a:p>
            <a:r>
              <a:rPr sz="1600" b="1" dirty="0">
                <a:latin typeface="Times New Roman"/>
              </a:rPr>
              <a:t>Lessons Learned: Defensive programming, .</a:t>
            </a:r>
            <a:r>
              <a:rPr sz="1600" b="1" dirty="0" err="1">
                <a:latin typeface="Times New Roman"/>
              </a:rPr>
              <a:t>gitignore</a:t>
            </a:r>
            <a:r>
              <a:rPr sz="1600" b="1" dirty="0">
                <a:latin typeface="Times New Roman"/>
              </a:rPr>
              <a:t> setup, environment variable management, MVC separation, and the importance of CORS in cross-origin deployments.</a:t>
            </a:r>
          </a:p>
        </p:txBody>
      </p:sp>
    </p:spTree>
    <p:extLst>
      <p:ext uri="{BB962C8B-B14F-4D97-AF65-F5344CB8AC3E}">
        <p14:creationId xmlns:p14="http://schemas.microsoft.com/office/powerpoint/2010/main" val="96487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000" b="1" dirty="0">
                <a:latin typeface="Times New Roman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63996" y="1270000"/>
            <a:ext cx="921778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600" b="1" dirty="0">
                <a:latin typeface="Times New Roman"/>
              </a:rPr>
              <a:t>Reflections: This internship provided an opportunity to build a complete, production-grade web application from scratch and reinforced clean architecture, security-first design, and user-centric UI/UX.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sz="1600" b="1" dirty="0">
                <a:latin typeface="Times New Roman"/>
              </a:rPr>
              <a:t>Key Takeaways: End-to-end ownership from database design to cloud deployment builds engineering maturity. Real-world constraints such as CORS, JWT expiry, email deliverability, and responsive design require practical problem-solving.</a:t>
            </a:r>
          </a:p>
          <a:p>
            <a:r>
              <a:rPr sz="1600" b="1" dirty="0">
                <a:latin typeface="Times New Roman"/>
              </a:rPr>
              <a:t>Skills Gained: MERN stack proficiency, REST API design, JWT authentication, role-based authorization, responsive UI development, GSAP and Framer Motion animation, </a:t>
            </a:r>
            <a:r>
              <a:rPr sz="1600" b="1" dirty="0" err="1">
                <a:latin typeface="Times New Roman"/>
              </a:rPr>
              <a:t>Vercel</a:t>
            </a:r>
            <a:r>
              <a:rPr sz="1600" b="1" dirty="0">
                <a:latin typeface="Times New Roman"/>
              </a:rPr>
              <a:t> deployment, Git workflow management, and professional software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49856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250" y="2526951"/>
            <a:ext cx="5371128" cy="180176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5000" b="1" dirty="0">
                <a:latin typeface="Times New Roman"/>
              </a:rPr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0903726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999</TotalTime>
  <Words>670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Internship Overview</vt:lpstr>
      <vt:lpstr>Summary of Daily Report</vt:lpstr>
      <vt:lpstr>Deliverables and Outcomes</vt:lpstr>
      <vt:lpstr>Individual / Team Work</vt:lpstr>
      <vt:lpstr>Challenges &amp; Solutions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BCS402 MICROCONTROLLERS  MODULE 4</dc:title>
  <dc:creator>Pavithra D S</dc:creator>
  <cp:lastModifiedBy>Joylan Dosuza</cp:lastModifiedBy>
  <cp:revision>51</cp:revision>
  <dcterms:created xsi:type="dcterms:W3CDTF">2024-07-05T06:39:23Z</dcterms:created>
  <dcterms:modified xsi:type="dcterms:W3CDTF">2026-05-05T15:44:44Z</dcterms:modified>
</cp:coreProperties>
</file>